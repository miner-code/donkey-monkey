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3-08T08:30:04.4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3/8/2023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27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6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78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3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78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3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1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4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5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2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9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3/8/2023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19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2.sv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523399-54D2-9B56-5A47-1B62B8561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8633" y="1247140"/>
            <a:ext cx="3608208" cy="3450844"/>
          </a:xfrm>
        </p:spPr>
        <p:txBody>
          <a:bodyPr>
            <a:normAutofit/>
          </a:bodyPr>
          <a:lstStyle/>
          <a:p>
            <a:r>
              <a:rPr lang="fr-FR" sz="4400" dirty="0"/>
              <a:t>Projet Retro</a:t>
            </a:r>
            <a:br>
              <a:rPr lang="fr-FR" sz="4400" dirty="0"/>
            </a:br>
            <a:br>
              <a:rPr lang="fr-FR" sz="4400" dirty="0"/>
            </a:br>
            <a:r>
              <a:rPr lang="fr-FR" sz="4000" dirty="0" err="1"/>
              <a:t>Donkey</a:t>
            </a:r>
            <a:r>
              <a:rPr lang="fr-FR" sz="4000" dirty="0"/>
              <a:t> Kong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1327771-BB40-521E-A74D-9FA679DB0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8633" y="4818126"/>
            <a:ext cx="3608208" cy="1268984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Leo Rey – Hugo Vallet – Robin Leis - Thomas </a:t>
            </a:r>
            <a:r>
              <a:rPr lang="fr-FR" dirty="0" err="1"/>
              <a:t>Caucal</a:t>
            </a:r>
            <a:endParaRPr lang="fr-FR" dirty="0"/>
          </a:p>
        </p:txBody>
      </p:sp>
      <p:pic>
        <p:nvPicPr>
          <p:cNvPr id="16" name="Picture 3" descr="Art circulaire 3D au néon">
            <a:extLst>
              <a:ext uri="{FF2B5EF4-FFF2-40B4-BE49-F238E27FC236}">
                <a16:creationId xmlns:a16="http://schemas.microsoft.com/office/drawing/2014/main" id="{7FA0AB2C-1025-9171-8428-7E408F7A2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45" r="9915"/>
          <a:stretch/>
        </p:blipFill>
        <p:spPr>
          <a:xfrm>
            <a:off x="-1" y="10"/>
            <a:ext cx="7456513" cy="6857990"/>
          </a:xfrm>
          <a:prstGeom prst="rect">
            <a:avLst/>
          </a:pr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8" name="Image 7" descr="Une image contenant texte, graphiques vectoriels, clipart&#10;&#10;Description générée automatiquement">
            <a:extLst>
              <a:ext uri="{FF2B5EF4-FFF2-40B4-BE49-F238E27FC236}">
                <a16:creationId xmlns:a16="http://schemas.microsoft.com/office/drawing/2014/main" id="{4967A608-6E92-3D27-0C1F-1A1218624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771" y="2202110"/>
            <a:ext cx="2066342" cy="2453780"/>
          </a:xfrm>
          <a:prstGeom prst="rect">
            <a:avLst/>
          </a:prstGeom>
        </p:spPr>
      </p:pic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83CAD98A-D25E-26B8-D675-73D535E2A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44" y="5900400"/>
            <a:ext cx="2009856" cy="95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80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65153"/>
            <a:ext cx="5106593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3788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FAD7AFA-1C07-AFE4-D416-AA9DD102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820" y="455362"/>
            <a:ext cx="5310579" cy="1550419"/>
          </a:xfrm>
        </p:spPr>
        <p:txBody>
          <a:bodyPr>
            <a:normAutofit/>
          </a:bodyPr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381942-5374-0920-8906-1582641EE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3820" y="2160016"/>
            <a:ext cx="5310579" cy="3926152"/>
          </a:xfrm>
        </p:spPr>
        <p:txBody>
          <a:bodyPr>
            <a:normAutofit/>
          </a:bodyPr>
          <a:lstStyle/>
          <a:p>
            <a:r>
              <a:rPr lang="fr-FR" dirty="0"/>
              <a:t>Présentation/rôle</a:t>
            </a:r>
          </a:p>
          <a:p>
            <a:r>
              <a:rPr lang="fr-FR" dirty="0"/>
              <a:t>Architecture</a:t>
            </a:r>
          </a:p>
          <a:p>
            <a:r>
              <a:rPr lang="fr-FR" dirty="0"/>
              <a:t>Fonction(affichage/jeu)</a:t>
            </a:r>
          </a:p>
          <a:p>
            <a:r>
              <a:rPr lang="fr-FR" dirty="0"/>
              <a:t>Sous-traitance</a:t>
            </a:r>
          </a:p>
          <a:p>
            <a:r>
              <a:rPr lang="fr-FR" dirty="0"/>
              <a:t>Test</a:t>
            </a:r>
          </a:p>
        </p:txBody>
      </p:sp>
      <p:pic>
        <p:nvPicPr>
          <p:cNvPr id="7" name="Image 6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6EEDA972-7E81-183B-73DD-F63CBE2CD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529">
            <a:off x="11590292" y="6092248"/>
            <a:ext cx="282671" cy="383522"/>
          </a:xfrm>
          <a:prstGeom prst="rect">
            <a:avLst/>
          </a:prstGeom>
        </p:spPr>
      </p:pic>
      <p:pic>
        <p:nvPicPr>
          <p:cNvPr id="5" name="Image 4" descr="Une image contenant texte, trousse de secours&#10;&#10;Description générée automatiquement">
            <a:extLst>
              <a:ext uri="{FF2B5EF4-FFF2-40B4-BE49-F238E27FC236}">
                <a16:creationId xmlns:a16="http://schemas.microsoft.com/office/drawing/2014/main" id="{BD1E3805-801D-EE8D-60D2-ACAB68413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76" y="1522941"/>
            <a:ext cx="3217333" cy="4287988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171BEC4A-F1C1-4330-90BA-D2F7F1D65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44" y="5900404"/>
            <a:ext cx="2009856" cy="95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52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8FC304-6207-7CC5-CA9C-8CE97DA5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Présentation/Rôle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A3059A-4075-8503-6C4C-9AEC500F2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09" y="2160016"/>
            <a:ext cx="2886637" cy="3926152"/>
          </a:xfrm>
        </p:spPr>
        <p:txBody>
          <a:bodyPr/>
          <a:lstStyle/>
          <a:p>
            <a:pPr marL="0" indent="0">
              <a:buNone/>
            </a:pPr>
            <a:r>
              <a:rPr lang="fr-FR" u="sng" dirty="0"/>
              <a:t>Développeur :</a:t>
            </a:r>
          </a:p>
          <a:p>
            <a:pPr marL="0" indent="0">
              <a:buNone/>
            </a:pPr>
            <a:r>
              <a:rPr lang="fr-FR" dirty="0"/>
              <a:t>Leo : Carte - Sprite – Collision - Gestion archi – aide affichage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Robin : Menu - Fonction d’affichage - aide archi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C51FA5-E85A-D68B-076B-6F14B1BA39C5}"/>
              </a:ext>
            </a:extLst>
          </p:cNvPr>
          <p:cNvSpPr txBox="1"/>
          <p:nvPr/>
        </p:nvSpPr>
        <p:spPr>
          <a:xfrm>
            <a:off x="5007006" y="2231037"/>
            <a:ext cx="2886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Chef de Projet :</a:t>
            </a:r>
          </a:p>
          <a:p>
            <a:endParaRPr lang="fr-FR" dirty="0"/>
          </a:p>
          <a:p>
            <a:r>
              <a:rPr lang="fr-FR" dirty="0"/>
              <a:t>- Hugo : Documentation - Gestion équipe -Création musique - Aide prog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2DB1C6A-0118-8DE3-DE94-8F40BD60D4D9}"/>
              </a:ext>
            </a:extLst>
          </p:cNvPr>
          <p:cNvSpPr txBox="1"/>
          <p:nvPr/>
        </p:nvSpPr>
        <p:spPr>
          <a:xfrm>
            <a:off x="8426304" y="2231037"/>
            <a:ext cx="2886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Testeur :</a:t>
            </a:r>
          </a:p>
          <a:p>
            <a:endParaRPr lang="fr-FR" dirty="0"/>
          </a:p>
          <a:p>
            <a:r>
              <a:rPr lang="fr-FR" dirty="0"/>
              <a:t>Thomas : Spectateur</a:t>
            </a: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8BF54E4D-EDF9-FE16-A07E-CA3E3466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44" y="5900400"/>
            <a:ext cx="2009856" cy="95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215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81148B8-58D0-4E9A-A32C-B3B181A3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3F2CF0-86EF-0DC8-67E2-0193B7D47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13" y="285115"/>
            <a:ext cx="7891760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Architecture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8154F5-2E4B-4EB4-9BE5-A38ED1238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1302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A5ACD4-8016-403B-BEED-5B03EF655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8433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49FAD62-9FDB-ADB4-7C15-EF04D581C7ED}"/>
              </a:ext>
            </a:extLst>
          </p:cNvPr>
          <p:cNvSpPr/>
          <p:nvPr/>
        </p:nvSpPr>
        <p:spPr>
          <a:xfrm>
            <a:off x="4212430" y="4021074"/>
            <a:ext cx="1466850" cy="14456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Makefile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DCFEA38-0C1E-A222-4EF9-E5494EF5B358}"/>
              </a:ext>
            </a:extLst>
          </p:cNvPr>
          <p:cNvSpPr/>
          <p:nvPr/>
        </p:nvSpPr>
        <p:spPr>
          <a:xfrm>
            <a:off x="1431255" y="1793229"/>
            <a:ext cx="1466850" cy="14456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Menu.c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216C5C2-3DF6-CE59-E224-2F767A3A5170}"/>
              </a:ext>
            </a:extLst>
          </p:cNvPr>
          <p:cNvSpPr/>
          <p:nvPr/>
        </p:nvSpPr>
        <p:spPr>
          <a:xfrm>
            <a:off x="4205603" y="1793229"/>
            <a:ext cx="1466850" cy="14456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Menu.h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2A2E0C5-0AE3-D4E7-A2C2-23E70A4A67F5}"/>
              </a:ext>
            </a:extLst>
          </p:cNvPr>
          <p:cNvSpPr/>
          <p:nvPr/>
        </p:nvSpPr>
        <p:spPr>
          <a:xfrm>
            <a:off x="6979951" y="1793229"/>
            <a:ext cx="1466850" cy="14456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Sprite.c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(main)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9FD3FC7-4175-73C8-5D5A-DDD9F333B915}"/>
              </a:ext>
            </a:extLst>
          </p:cNvPr>
          <p:cNvSpPr/>
          <p:nvPr/>
        </p:nvSpPr>
        <p:spPr>
          <a:xfrm>
            <a:off x="2265659" y="5103129"/>
            <a:ext cx="1466850" cy="14456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./sprit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4C2A2BCF-1258-D933-229A-02541A223E76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2898105" y="2516050"/>
            <a:ext cx="1314325" cy="222784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D799D097-8040-6250-EE24-F9F15FD5290E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16200000" flipH="1">
            <a:off x="4551339" y="3626558"/>
            <a:ext cx="782204" cy="682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248A1B8D-BAA1-B2C5-A9FF-B733AB60EE95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rot="10800000" flipV="1">
            <a:off x="5679281" y="2516049"/>
            <a:ext cx="1300671" cy="222784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FB16ACFE-0C7C-DC28-B536-952B8C3D1236}"/>
              </a:ext>
            </a:extLst>
          </p:cNvPr>
          <p:cNvCxnSpPr>
            <a:cxnSpLocks/>
            <a:stCxn id="4" idx="2"/>
            <a:endCxn id="9" idx="3"/>
          </p:cNvCxnSpPr>
          <p:nvPr/>
        </p:nvCxnSpPr>
        <p:spPr>
          <a:xfrm rot="5400000">
            <a:off x="4159565" y="5039659"/>
            <a:ext cx="359235" cy="121334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9BAFC65-A246-414C-159C-5CE82068BA0E}"/>
              </a:ext>
            </a:extLst>
          </p:cNvPr>
          <p:cNvSpPr/>
          <p:nvPr/>
        </p:nvSpPr>
        <p:spPr>
          <a:xfrm>
            <a:off x="393967" y="3696724"/>
            <a:ext cx="1466850" cy="14456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Save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Score</a:t>
            </a:r>
          </a:p>
        </p:txBody>
      </p:sp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10B9CC60-0CD3-D22D-8504-FC4B118A5083}"/>
              </a:ext>
            </a:extLst>
          </p:cNvPr>
          <p:cNvCxnSpPr>
            <a:cxnSpLocks/>
            <a:stCxn id="3" idx="3"/>
            <a:endCxn id="9" idx="0"/>
          </p:cNvCxnSpPr>
          <p:nvPr/>
        </p:nvCxnSpPr>
        <p:spPr>
          <a:xfrm>
            <a:off x="1860817" y="4419545"/>
            <a:ext cx="1138267" cy="6835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E098E5D5-807B-B5D4-5A7C-7DB4FB7E8E4C}"/>
              </a:ext>
            </a:extLst>
          </p:cNvPr>
          <p:cNvSpPr/>
          <p:nvPr/>
        </p:nvSpPr>
        <p:spPr>
          <a:xfrm>
            <a:off x="7424756" y="4743893"/>
            <a:ext cx="1466850" cy="144564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bg1"/>
                </a:solidFill>
              </a:rPr>
              <a:t>Loading.h</a:t>
            </a:r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26" name="Connecteur : en angle 25">
            <a:extLst>
              <a:ext uri="{FF2B5EF4-FFF2-40B4-BE49-F238E27FC236}">
                <a16:creationId xmlns:a16="http://schemas.microsoft.com/office/drawing/2014/main" id="{0AE9F0BA-AA9F-7300-AFF2-5A479C788FEC}"/>
              </a:ext>
            </a:extLst>
          </p:cNvPr>
          <p:cNvCxnSpPr>
            <a:cxnSpLocks/>
            <a:stCxn id="18" idx="1"/>
            <a:endCxn id="4" idx="3"/>
          </p:cNvCxnSpPr>
          <p:nvPr/>
        </p:nvCxnSpPr>
        <p:spPr>
          <a:xfrm rot="10800000">
            <a:off x="5679280" y="4743896"/>
            <a:ext cx="1745476" cy="72281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9" name="Image 28" descr="Une image contenant texte&#10;&#10;Description générée automatiquement">
            <a:extLst>
              <a:ext uri="{FF2B5EF4-FFF2-40B4-BE49-F238E27FC236}">
                <a16:creationId xmlns:a16="http://schemas.microsoft.com/office/drawing/2014/main" id="{D208AA90-886E-4824-8630-C456AA246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44" y="5900400"/>
            <a:ext cx="2009856" cy="95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984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65153"/>
            <a:ext cx="5106593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3788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AC9457-619D-F227-B1A1-BEC8C294A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820" y="455362"/>
            <a:ext cx="5310579" cy="1550419"/>
          </a:xfrm>
        </p:spPr>
        <p:txBody>
          <a:bodyPr>
            <a:normAutofit/>
          </a:bodyPr>
          <a:lstStyle/>
          <a:p>
            <a:r>
              <a:rPr lang="fr-FR" dirty="0"/>
              <a:t>Fonction : Menu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5C7A44-A098-ACD6-0220-25944DB0E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3820" y="2160016"/>
            <a:ext cx="5310579" cy="3926152"/>
          </a:xfrm>
        </p:spPr>
        <p:txBody>
          <a:bodyPr>
            <a:normAutofit/>
          </a:bodyPr>
          <a:lstStyle/>
          <a:p>
            <a:r>
              <a:rPr lang="fr-FR" dirty="0"/>
              <a:t>Tracer des rectangle</a:t>
            </a:r>
          </a:p>
          <a:p>
            <a:r>
              <a:rPr lang="fr-FR" dirty="0"/>
              <a:t>Ecrire</a:t>
            </a:r>
          </a:p>
          <a:p>
            <a:r>
              <a:rPr lang="fr-FR" dirty="0"/>
              <a:t>Actualiser</a:t>
            </a:r>
          </a:p>
          <a:p>
            <a:r>
              <a:rPr lang="fr-FR" dirty="0"/>
              <a:t>SDL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A44841-DB62-6408-0197-C5028905D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85" y="1875954"/>
            <a:ext cx="3217333" cy="924983"/>
          </a:xfrm>
          <a:prstGeom prst="rect">
            <a:avLst/>
          </a:prstGeom>
        </p:spPr>
      </p:pic>
      <p:pic>
        <p:nvPicPr>
          <p:cNvPr id="6" name="Image 5" descr="Une image contenant texte, trousse de secours, pièce, casino&#10;&#10;Description générée automatiquement">
            <a:extLst>
              <a:ext uri="{FF2B5EF4-FFF2-40B4-BE49-F238E27FC236}">
                <a16:creationId xmlns:a16="http://schemas.microsoft.com/office/drawing/2014/main" id="{8E9883BC-E9F2-E6C5-4927-76559E9C56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95" y="3429000"/>
            <a:ext cx="3135300" cy="2657168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93E970D3-DFEB-AA4B-10D8-135E08C7D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44" y="5900400"/>
            <a:ext cx="2009856" cy="95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22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F6CDC-1DFE-EE13-991E-DEC43B22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976" y="543495"/>
            <a:ext cx="9486690" cy="1550419"/>
          </a:xfrm>
        </p:spPr>
        <p:txBody>
          <a:bodyPr/>
          <a:lstStyle/>
          <a:p>
            <a:r>
              <a:rPr lang="fr-FR" dirty="0"/>
              <a:t>Fonction : jeu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0FE9AA9-F2F8-59A7-9FD8-AA5DDBB33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294" y="497679"/>
            <a:ext cx="797718" cy="797718"/>
          </a:xfrm>
        </p:spPr>
      </p:pic>
      <p:pic>
        <p:nvPicPr>
          <p:cNvPr id="6" name="Espace réservé du contenu 4">
            <a:extLst>
              <a:ext uri="{FF2B5EF4-FFF2-40B4-BE49-F238E27FC236}">
                <a16:creationId xmlns:a16="http://schemas.microsoft.com/office/drawing/2014/main" id="{C48EDFD1-D6FF-C17F-BCF2-F849DEEBA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010" y="5358677"/>
            <a:ext cx="797718" cy="797718"/>
          </a:xfrm>
          <a:prstGeom prst="rect">
            <a:avLst/>
          </a:prstGeom>
        </p:spPr>
      </p:pic>
      <p:pic>
        <p:nvPicPr>
          <p:cNvPr id="7" name="Espace réservé du contenu 4">
            <a:extLst>
              <a:ext uri="{FF2B5EF4-FFF2-40B4-BE49-F238E27FC236}">
                <a16:creationId xmlns:a16="http://schemas.microsoft.com/office/drawing/2014/main" id="{48916304-E030-2027-5299-05791F09B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007321" y="-254223"/>
            <a:ext cx="797718" cy="797718"/>
          </a:xfrm>
          <a:prstGeom prst="rect">
            <a:avLst/>
          </a:prstGeom>
        </p:spPr>
      </p:pic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226F7B8B-57D1-42DC-DF27-480BE6FBC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64" y="4251928"/>
            <a:ext cx="797718" cy="797718"/>
          </a:xfrm>
          <a:prstGeom prst="rect">
            <a:avLst/>
          </a:prstGeom>
        </p:spPr>
      </p:pic>
      <p:pic>
        <p:nvPicPr>
          <p:cNvPr id="9" name="Espace réservé du contenu 4">
            <a:extLst>
              <a:ext uri="{FF2B5EF4-FFF2-40B4-BE49-F238E27FC236}">
                <a16:creationId xmlns:a16="http://schemas.microsoft.com/office/drawing/2014/main" id="{C4E8893C-4A77-ECED-0648-9D6E2553B7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9229">
            <a:off x="-275763" y="1033137"/>
            <a:ext cx="797718" cy="797718"/>
          </a:xfrm>
          <a:prstGeom prst="rect">
            <a:avLst/>
          </a:prstGeom>
        </p:spPr>
      </p:pic>
      <p:pic>
        <p:nvPicPr>
          <p:cNvPr id="10" name="Espace réservé du contenu 4">
            <a:extLst>
              <a:ext uri="{FF2B5EF4-FFF2-40B4-BE49-F238E27FC236}">
                <a16:creationId xmlns:a16="http://schemas.microsoft.com/office/drawing/2014/main" id="{8FDE49E4-3DAA-939B-24DC-434F82CE2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95" y="6237823"/>
            <a:ext cx="797718" cy="797718"/>
          </a:xfrm>
          <a:prstGeom prst="rect">
            <a:avLst/>
          </a:prstGeom>
        </p:spPr>
      </p:pic>
      <p:pic>
        <p:nvPicPr>
          <p:cNvPr id="11" name="Espace réservé du contenu 4">
            <a:extLst>
              <a:ext uri="{FF2B5EF4-FFF2-40B4-BE49-F238E27FC236}">
                <a16:creationId xmlns:a16="http://schemas.microsoft.com/office/drawing/2014/main" id="{A11F839B-3D47-EB72-8275-EFEDD3488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7875">
            <a:off x="0" y="6060282"/>
            <a:ext cx="797718" cy="79771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6C5999A-9CD7-3F5C-DA7A-F72A350222BF}"/>
              </a:ext>
            </a:extLst>
          </p:cNvPr>
          <p:cNvSpPr txBox="1"/>
          <p:nvPr/>
        </p:nvSpPr>
        <p:spPr>
          <a:xfrm>
            <a:off x="3791054" y="2175029"/>
            <a:ext cx="3526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Mise en place de l’arrière plan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313201A-A2E6-54AD-B991-CD6D3340E729}"/>
              </a:ext>
            </a:extLst>
          </p:cNvPr>
          <p:cNvSpPr txBox="1"/>
          <p:nvPr/>
        </p:nvSpPr>
        <p:spPr>
          <a:xfrm>
            <a:off x="5757979" y="4619527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Gestion des collision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35BA2E4-CAC7-466C-1FB9-46FEDC65F790}"/>
              </a:ext>
            </a:extLst>
          </p:cNvPr>
          <p:cNvSpPr txBox="1"/>
          <p:nvPr/>
        </p:nvSpPr>
        <p:spPr>
          <a:xfrm>
            <a:off x="3487114" y="3571313"/>
            <a:ext cx="2763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Déplacement de Mario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9D2CAEE-5C2F-AB9C-1B92-7DD80C62C042}"/>
              </a:ext>
            </a:extLst>
          </p:cNvPr>
          <p:cNvSpPr txBox="1"/>
          <p:nvPr/>
        </p:nvSpPr>
        <p:spPr>
          <a:xfrm>
            <a:off x="7643674" y="2957462"/>
            <a:ext cx="24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Arriver des tonneau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504DFF-9EEF-4FEA-59D6-71924B5827E1}"/>
              </a:ext>
            </a:extLst>
          </p:cNvPr>
          <p:cNvSpPr txBox="1"/>
          <p:nvPr/>
        </p:nvSpPr>
        <p:spPr>
          <a:xfrm>
            <a:off x="1882066" y="2672179"/>
            <a:ext cx="2289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 Gestion des score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D85831C-899F-38E8-124A-D7C996589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44" y="5900400"/>
            <a:ext cx="2009856" cy="95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6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65153"/>
            <a:ext cx="5106593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3788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97075E5-D0BB-765E-874B-01A34D8F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820" y="455362"/>
            <a:ext cx="5310579" cy="1550419"/>
          </a:xfrm>
        </p:spPr>
        <p:txBody>
          <a:bodyPr>
            <a:normAutofit/>
          </a:bodyPr>
          <a:lstStyle/>
          <a:p>
            <a:r>
              <a:rPr lang="fr-FR" dirty="0"/>
              <a:t>Sous-traitance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7FCDAB-AFF5-5BDE-2F6E-012EE2926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3820" y="2160016"/>
            <a:ext cx="5310579" cy="3926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- Fonction Musique</a:t>
            </a:r>
          </a:p>
          <a:p>
            <a:pPr marL="0" indent="0">
              <a:buNone/>
            </a:pPr>
            <a:r>
              <a:rPr lang="fr-FR" dirty="0"/>
              <a:t>- Mise en contacte pour implémentation de la musique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41CE73F-6D91-5C89-1737-FA3A10850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756" y="612974"/>
            <a:ext cx="463391" cy="61759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7163B63-D05C-7765-888E-EE4F0147A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4183" y="2415508"/>
            <a:ext cx="463391" cy="61759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F5F4D87-F7AC-B294-95DF-404AA6948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868961">
            <a:off x="11861021" y="-239154"/>
            <a:ext cx="463391" cy="61759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EBF93A8-B68D-3957-4F17-6775CBFA3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54846" y="6556477"/>
            <a:ext cx="463390" cy="61759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6D0C5192-6694-D3C0-C262-6C694DB6C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47" y="5433565"/>
            <a:ext cx="463391" cy="61759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716E05CE-D300-D9C1-7580-D82DE7995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481" y="4097282"/>
            <a:ext cx="463391" cy="617597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0D8D01D-D72F-ED7E-1507-8A736B308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87660">
            <a:off x="2553295" y="1851542"/>
            <a:ext cx="463391" cy="617597"/>
          </a:xfrm>
          <a:prstGeom prst="rect">
            <a:avLst/>
          </a:prstGeom>
        </p:spPr>
      </p:pic>
      <p:pic>
        <p:nvPicPr>
          <p:cNvPr id="6" name="Espace réservé du contenu 5" descr="Une image contenant ciel nocturne&#10;&#10;Description générée automatiquement">
            <a:extLst>
              <a:ext uri="{FF2B5EF4-FFF2-40B4-BE49-F238E27FC236}">
                <a16:creationId xmlns:a16="http://schemas.microsoft.com/office/drawing/2014/main" id="{8F40E45C-86FE-5E52-F20C-ED3339A09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76" y="1531372"/>
            <a:ext cx="3217333" cy="4138049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0C66D4-B79B-BB6C-9361-4172F7D454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44" y="5900400"/>
            <a:ext cx="2009856" cy="957596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02896267-F38A-98DD-EB2B-88AD6CE61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14132" y="4263176"/>
            <a:ext cx="486967" cy="61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9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1302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8433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E4E548-9404-FE41-190B-2381C40A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247140"/>
            <a:ext cx="4386006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Test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4BA4AF-6C7F-4E5A-2B7D-0B084FE92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844" y="5047572"/>
            <a:ext cx="4386006" cy="12689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dirty="0"/>
              <a:t>Prêt pour la demonstration ?</a:t>
            </a:r>
          </a:p>
        </p:txBody>
      </p:sp>
      <p:pic>
        <p:nvPicPr>
          <p:cNvPr id="7" name="Graphic 6" descr="Coche">
            <a:extLst>
              <a:ext uri="{FF2B5EF4-FFF2-40B4-BE49-F238E27FC236}">
                <a16:creationId xmlns:a16="http://schemas.microsoft.com/office/drawing/2014/main" id="{9361863C-12F6-552D-E494-0D5CE8F28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785" y="1776519"/>
            <a:ext cx="3370748" cy="3370748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92E5D318-188C-8BFB-2302-C592AAE76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44" y="5900400"/>
            <a:ext cx="2009856" cy="95759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1F8DD11-4D0A-998F-8341-8FB34E1176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296" y="3969004"/>
            <a:ext cx="1114425" cy="1114425"/>
          </a:xfrm>
          <a:prstGeom prst="rect">
            <a:avLst/>
          </a:prstGeom>
        </p:spPr>
      </p:pic>
      <p:pic>
        <p:nvPicPr>
          <p:cNvPr id="8" name="Espace réservé du contenu 4">
            <a:extLst>
              <a:ext uri="{FF2B5EF4-FFF2-40B4-BE49-F238E27FC236}">
                <a16:creationId xmlns:a16="http://schemas.microsoft.com/office/drawing/2014/main" id="{C5A9ECC6-4829-DEF4-C439-8748FDA35A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15769" y="4163497"/>
            <a:ext cx="753219" cy="797718"/>
          </a:xfrm>
          <a:prstGeom prst="rect">
            <a:avLst/>
          </a:prstGeom>
        </p:spPr>
      </p:pic>
      <p:pic>
        <p:nvPicPr>
          <p:cNvPr id="11" name="Image 10" descr="Une image contenant texte, graphiques vectoriels&#10;&#10;Description générée automatiquement">
            <a:extLst>
              <a:ext uri="{FF2B5EF4-FFF2-40B4-BE49-F238E27FC236}">
                <a16:creationId xmlns:a16="http://schemas.microsoft.com/office/drawing/2014/main" id="{7627AC2A-9C7C-F58B-B8F6-10CB699197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706" y="2416429"/>
            <a:ext cx="1726282" cy="1552575"/>
          </a:xfrm>
          <a:prstGeom prst="rect">
            <a:avLst/>
          </a:prstGeom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0F772253-F225-84B3-42CF-CD6EB76DA5FC}"/>
                  </a:ext>
                </a:extLst>
              </p14:cNvPr>
              <p14:cNvContentPartPr/>
              <p14:nvPr/>
            </p14:nvContentPartPr>
            <p14:xfrm>
              <a:off x="3743100" y="4676250"/>
              <a:ext cx="360" cy="360"/>
            </p14:xfrm>
          </p:contentPart>
        </mc:Choice>
        <mc:Fallback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0F772253-F225-84B3-42CF-CD6EB76DA5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89100" y="4568610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Bulle narrative : ronde 19">
            <a:extLst>
              <a:ext uri="{FF2B5EF4-FFF2-40B4-BE49-F238E27FC236}">
                <a16:creationId xmlns:a16="http://schemas.microsoft.com/office/drawing/2014/main" id="{9F3BB226-30BC-6B32-E2F2-4BB4FFF61A1B}"/>
              </a:ext>
            </a:extLst>
          </p:cNvPr>
          <p:cNvSpPr/>
          <p:nvPr/>
        </p:nvSpPr>
        <p:spPr>
          <a:xfrm>
            <a:off x="3341406" y="3764132"/>
            <a:ext cx="1415946" cy="438221"/>
          </a:xfrm>
          <a:prstGeom prst="wedgeEllipseCallout">
            <a:avLst>
              <a:gd name="adj1" fmla="val 76007"/>
              <a:gd name="adj2" fmla="val 928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Thanks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8168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nterweaveVTI">
  <a:themeElements>
    <a:clrScheme name="AnalogousFromDarkSeedLeftStep">
      <a:dk1>
        <a:srgbClr val="000000"/>
      </a:dk1>
      <a:lt1>
        <a:srgbClr val="FFFFFF"/>
      </a:lt1>
      <a:dk2>
        <a:srgbClr val="1A1634"/>
      </a:dk2>
      <a:lt2>
        <a:srgbClr val="F0F3F3"/>
      </a:lt2>
      <a:accent1>
        <a:srgbClr val="E72950"/>
      </a:accent1>
      <a:accent2>
        <a:srgbClr val="D5178E"/>
      </a:accent2>
      <a:accent3>
        <a:srgbClr val="DF29E7"/>
      </a:accent3>
      <a:accent4>
        <a:srgbClr val="7E17D5"/>
      </a:accent4>
      <a:accent5>
        <a:srgbClr val="4129E7"/>
      </a:accent5>
      <a:accent6>
        <a:srgbClr val="174ED5"/>
      </a:accent6>
      <a:hlink>
        <a:srgbClr val="7351C5"/>
      </a:hlink>
      <a:folHlink>
        <a:srgbClr val="7F7F7F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155</Words>
  <Application>Microsoft Office PowerPoint</Application>
  <PresentationFormat>Grand écran</PresentationFormat>
  <Paragraphs>46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InterweaveVTI</vt:lpstr>
      <vt:lpstr>Projet Retro  Donkey Kong</vt:lpstr>
      <vt:lpstr>Sommaire</vt:lpstr>
      <vt:lpstr>Présentation/Rôle</vt:lpstr>
      <vt:lpstr>Architecture</vt:lpstr>
      <vt:lpstr>Fonction : Menu</vt:lpstr>
      <vt:lpstr>Fonction : jeu</vt:lpstr>
      <vt:lpstr>Sous-traitance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Retro  Donkey Kong</dc:title>
  <dc:creator>Robin Leis</dc:creator>
  <cp:lastModifiedBy>Robin Leis</cp:lastModifiedBy>
  <cp:revision>12</cp:revision>
  <dcterms:created xsi:type="dcterms:W3CDTF">2023-03-07T16:37:39Z</dcterms:created>
  <dcterms:modified xsi:type="dcterms:W3CDTF">2023-03-08T09:19:29Z</dcterms:modified>
</cp:coreProperties>
</file>